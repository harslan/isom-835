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9144000" cx="16256000"/>
  <p:notesSz cx="6858000" cy="9144000"/>
  <p:embeddedFontLst>
    <p:embeddedFont>
      <p:font typeface="Gill Sans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51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GillSa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Gill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Let us begin our week 2 by practicing some of the important Python concepts we have learned in our week 1 lectures.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" name="Google Shape;1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4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5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6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7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8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9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0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11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Font typeface="Arial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155700" y="833718"/>
            <a:ext cx="13932000" cy="1706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Font typeface="Arial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Font typeface="Arial"/>
              <a:buNone/>
              <a:defRPr b="0" i="0" sz="6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/>
          <p:nvPr/>
        </p:nvSpPr>
        <p:spPr>
          <a:xfrm>
            <a:off x="0" y="0"/>
            <a:ext cx="16256001" cy="76809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ill Sans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0" y="8357616"/>
            <a:ext cx="16256001" cy="78638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ill Sans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harslan/Notebooks/blob/master/area_triangle.ipynb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hackerrank.com/challenges/py-if-else/proble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harslan/Notebooks/blob/master/hackerrank_ifelse_challenge_easy.ipynb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hackerrank.com/challenges/python-loops/proble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harslan/Notebooks/blob/master/hackerrank_python_loops_easy.ipynb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hackerrank.com/challenges/python-print/problem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harslan/Notebooks/blob/master/hackerrank_python_print_easy.ipynb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hackerrank.com/challenges/write-a-function/problem" TargetMode="External"/><Relationship Id="rId4" Type="http://schemas.openxmlformats.org/officeDocument/2006/relationships/hyperlink" Target="https://www.hackerrank.com/challenges/python-print/problem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harslan/Notebooks/blob/master/hackerrank_check_leap_year_medium.ipynb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900"/>
              <a:buFont typeface="Cabin"/>
              <a:buNone/>
            </a:pPr>
            <a:r>
              <a:rPr lang="en-US" sz="7600" u="none" cap="none" strike="noStrik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Let us Practice</a:t>
            </a:r>
            <a:endParaRPr sz="7600" u="none" cap="none" strike="noStrike">
              <a:solidFill>
                <a:srgbClr val="FFD9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1155700" y="833718"/>
            <a:ext cx="13932000" cy="1706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Font typeface="Arial"/>
              <a:buNone/>
            </a:pPr>
            <a:r>
              <a:rPr lang="en-US"/>
              <a:t>Practice 1</a:t>
            </a:r>
            <a:endParaRPr/>
          </a:p>
        </p:txBody>
      </p:sp>
      <p:sp>
        <p:nvSpPr>
          <p:cNvPr id="26" name="Google Shape;26;p6"/>
          <p:cNvSpPr txBox="1"/>
          <p:nvPr/>
        </p:nvSpPr>
        <p:spPr>
          <a:xfrm>
            <a:off x="1155700" y="2603501"/>
            <a:ext cx="14421757" cy="213178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56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Write a function that takes the height and width of a triangle and returns the area of the triangle.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2494" lvl="0" marL="749300" marR="0" rtl="0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ts val="6156"/>
              <a:buFont typeface="Cabin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1155700" y="1926772"/>
            <a:ext cx="13931900" cy="153488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Font typeface="Arial"/>
              <a:buNone/>
            </a:pPr>
            <a:r>
              <a:rPr lang="en-US"/>
              <a:t>Answer 1</a:t>
            </a:r>
            <a:endParaRPr/>
          </a:p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1155700" y="3461658"/>
            <a:ext cx="14323786" cy="39097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[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https://github.com/harslan/Notebooks/blob/master/area_triangle.ipynb</a:t>
            </a:r>
            <a:r>
              <a:rPr lang="en-US"/>
              <a:t>]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1155700" y="833718"/>
            <a:ext cx="13932000" cy="1706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Font typeface="Arial"/>
              <a:buNone/>
            </a:pPr>
            <a:r>
              <a:rPr lang="en-US"/>
              <a:t>Practice 2</a:t>
            </a:r>
            <a:endParaRPr/>
          </a:p>
        </p:txBody>
      </p:sp>
      <p:sp>
        <p:nvSpPr>
          <p:cNvPr id="38" name="Google Shape;38;p8"/>
          <p:cNvSpPr txBox="1"/>
          <p:nvPr/>
        </p:nvSpPr>
        <p:spPr>
          <a:xfrm>
            <a:off x="1155700" y="2146302"/>
            <a:ext cx="14748329" cy="58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Write a function that takes an integer n and performs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following conditional actions (</a:t>
            </a:r>
            <a:r>
              <a:rPr b="0" i="0" lang="en-US" sz="36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https://www.hackerrank.com/challenges/py-if-else/problem</a:t>
            </a: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If  is odd, print Weird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If  is even and in the inclusive range of 2 to 5, print Not Weird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If  is even and in the inclusive range of 6 to 20, print Weird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If  is even and greater than 20, print Not Weird</a:t>
            </a:r>
            <a:endParaRPr/>
          </a:p>
          <a:p>
            <a:pPr indent="-142494" lvl="0" marL="749300" marR="0" rtl="0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ts val="6156"/>
              <a:buFont typeface="Cabin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1155700" y="1926772"/>
            <a:ext cx="13931900" cy="153488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Font typeface="Arial"/>
              <a:buNone/>
            </a:pPr>
            <a:r>
              <a:rPr lang="en-US"/>
              <a:t>Answer 2</a:t>
            </a:r>
            <a:endParaRPr/>
          </a:p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1155700" y="3461658"/>
            <a:ext cx="14323786" cy="39097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[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https://github.com/harslan/Notebooks/blob/master/hackerrank_ifelse_challenge_easy.ipynb</a:t>
            </a:r>
            <a:r>
              <a:rPr lang="en-US"/>
              <a:t>]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1155700" y="833718"/>
            <a:ext cx="13932000" cy="1706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Font typeface="Arial"/>
              <a:buNone/>
            </a:pPr>
            <a:r>
              <a:rPr lang="en-US"/>
              <a:t>Practice 3</a:t>
            </a:r>
            <a:endParaRPr/>
          </a:p>
        </p:txBody>
      </p:sp>
      <p:sp>
        <p:nvSpPr>
          <p:cNvPr id="50" name="Google Shape;50;p10"/>
          <p:cNvSpPr txBox="1"/>
          <p:nvPr/>
        </p:nvSpPr>
        <p:spPr>
          <a:xfrm>
            <a:off x="1155700" y="3713842"/>
            <a:ext cx="14748329" cy="4613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Write a function that takes an integer N and for all non-negative integers i&lt;N, prints i</a:t>
            </a:r>
            <a:r>
              <a:rPr b="0" baseline="3000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(</a:t>
            </a:r>
            <a:r>
              <a:rPr b="0" i="0" lang="en-US" sz="36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https://www.hackerrank.com/challenges/python-loops/problem</a:t>
            </a: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example, if N=5, it will print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0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1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4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9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16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1155700" y="1926772"/>
            <a:ext cx="13931900" cy="153488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Font typeface="Arial"/>
              <a:buNone/>
            </a:pPr>
            <a:r>
              <a:rPr lang="en-US"/>
              <a:t>Answer 3</a:t>
            </a:r>
            <a:endParaRPr/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1155700" y="3461658"/>
            <a:ext cx="14323786" cy="39097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[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https://github.com/harslan/Notebooks/blob/master/hackerrank_python_loops_easy.ipynb</a:t>
            </a:r>
            <a:r>
              <a:rPr lang="en-US"/>
              <a:t>]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1155700" y="833718"/>
            <a:ext cx="13932000" cy="1706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Font typeface="Arial"/>
              <a:buNone/>
            </a:pPr>
            <a:r>
              <a:rPr lang="en-US"/>
              <a:t>Practice 4</a:t>
            </a:r>
            <a:endParaRPr/>
          </a:p>
        </p:txBody>
      </p:sp>
      <p:sp>
        <p:nvSpPr>
          <p:cNvPr id="62" name="Google Shape;62;p12"/>
          <p:cNvSpPr txBox="1"/>
          <p:nvPr/>
        </p:nvSpPr>
        <p:spPr>
          <a:xfrm>
            <a:off x="1155700" y="2323954"/>
            <a:ext cx="14748329" cy="4613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Read an integer N. Without using any string methods, try to print the following: 123…N (</a:t>
            </a:r>
            <a:r>
              <a:rPr b="0" i="0" lang="en-US" sz="36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https://www.hackerrank.com/challenges/python-loops/problem)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example, if N=3, it will print 123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1155700" y="1926772"/>
            <a:ext cx="13931900" cy="153488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Font typeface="Arial"/>
              <a:buNone/>
            </a:pPr>
            <a:r>
              <a:rPr lang="en-US"/>
              <a:t>Answer 4</a:t>
            </a:r>
            <a:endParaRPr/>
          </a:p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1155700" y="3461658"/>
            <a:ext cx="14323786" cy="39097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[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https://github.com/harslan/Notebooks/blob/master/hackerrank_python_print_easy.ipynb</a:t>
            </a:r>
            <a:r>
              <a:rPr lang="en-US"/>
              <a:t>]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1155700" y="833718"/>
            <a:ext cx="13932000" cy="1706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Font typeface="Arial"/>
              <a:buNone/>
            </a:pPr>
            <a:r>
              <a:rPr lang="en-US"/>
              <a:t>Practice 5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1155700" y="2323954"/>
            <a:ext cx="14748329" cy="4613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are given the year, and you have to write a function to check if the year is leap or not. (</a:t>
            </a:r>
            <a:r>
              <a:rPr b="0" i="0" lang="en-US" sz="36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https://www.hackerrank.com/challenges/python-loops/problem</a:t>
            </a:r>
            <a:r>
              <a:rPr b="0" i="0" lang="en-US" sz="36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)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1155700" y="1926772"/>
            <a:ext cx="13931900" cy="153488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Font typeface="Arial"/>
              <a:buNone/>
            </a:pPr>
            <a:r>
              <a:rPr lang="en-US"/>
              <a:t>Answer 5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1155700" y="3461658"/>
            <a:ext cx="14323786" cy="39097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[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https://github.com/harslan/Notebooks/blob/master/hackerrank_check_leap_year_medium.ipynb</a:t>
            </a:r>
            <a:r>
              <a:rPr lang="en-US"/>
              <a:t>]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